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Phoenix — Week of 9/8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98080" y="475488"/>
            <a:ext cx="3959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641  ·  Opening 10/24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15568"/>
            <a:ext cx="10725912" cy="27432"/>
          </a:xfrm>
          <a:prstGeom prst="rect">
            <a:avLst/>
          </a:prstGeom>
          <a:solidFill>
            <a:srgbClr val="D312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89888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 (4)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 signage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contractor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Shelving delivery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22576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lot striping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contractor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readers, 4 lanes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163824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 (2)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panel test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9/12</a:t>
            </a:r>
            <a:pPr indent="0" marL="0">
              <a:buNone/>
            </a:pPr>
            <a:r>
              <a:rPr lang="en-US" sz="140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(was 9/5)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85616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counter outlets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contractor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25696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DECISION (1)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736592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station lights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not assigned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449824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of this group:  </a:t>
            </a:r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 owner for the gas station lights by Friday.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272784"/>
            <a:ext cx="1072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material created for AI Connect training. Not a BJ's record.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2026-08-25T23:07:38Z</dcterms:created>
  <dcterms:modified xsi:type="dcterms:W3CDTF">2026-08-25T23:07:38Z</dcterms:modified>
</cp:coreProperties>
</file>