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THE AI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Tokens: how usage gets counted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task is measured in tokens. Here is what that means for how you work.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5522976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4323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TOKEN 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27614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reads and writes in tokens, small pieces of words. This sentence is about 9 of them: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" y="3364992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FCE4EA"/>
          </a:solidFill>
          <a:ln w="12700">
            <a:solidFill>
              <a:srgbClr val="FC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36499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225296" y="3364992"/>
            <a:ext cx="53035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3364992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00784" y="3364992"/>
            <a:ext cx="475488" cy="365760"/>
          </a:xfrm>
          <a:prstGeom prst="roundRect">
            <a:avLst>
              <a:gd name="adj" fmla="val 12500"/>
            </a:avLst>
          </a:prstGeom>
          <a:solidFill>
            <a:srgbClr val="FCE4EA"/>
          </a:solidFill>
          <a:ln w="12700">
            <a:solidFill>
              <a:srgbClr val="FCE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0784" y="336499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21408" y="3364992"/>
            <a:ext cx="51206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21408" y="3364992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78608" y="3364992"/>
            <a:ext cx="749808" cy="365760"/>
          </a:xfrm>
          <a:prstGeom prst="roundRect">
            <a:avLst>
              <a:gd name="adj" fmla="val 12500"/>
            </a:avLst>
          </a:prstGeom>
          <a:solidFill>
            <a:srgbClr val="FCE4EA"/>
          </a:solidFill>
          <a:ln w="12700">
            <a:solidFill>
              <a:srgbClr val="FCE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78608" y="3364992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week's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73552" y="3364992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336499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087368" y="3364992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FCE4EA"/>
          </a:solidFill>
          <a:ln w="12700">
            <a:solidFill>
              <a:srgbClr val="FCE4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87368" y="33649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9744" y="3364992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33649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3232" y="400507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rough guide: 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token is about three quarters of a word. A page of text is around 500 tokens. A long report runs 20,000 or more.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08776" y="2212848"/>
            <a:ext cx="5522976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4808" y="24323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TOKENS BECOME USAGE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64808" y="2798064"/>
            <a:ext cx="1691640" cy="402336"/>
          </a:xfrm>
          <a:prstGeom prst="roundRect">
            <a:avLst>
              <a:gd name="adj" fmla="val 13636"/>
            </a:avLst>
          </a:prstGeom>
          <a:solidFill>
            <a:srgbClr val="FCE4EA"/>
          </a:solidFill>
          <a:ln/>
        </p:spPr>
      </p:sp>
      <p:sp>
        <p:nvSpPr>
          <p:cNvPr id="30" name="Text 28"/>
          <p:cNvSpPr/>
          <p:nvPr/>
        </p:nvSpPr>
        <p:spPr>
          <a:xfrm>
            <a:off x="6464808" y="279806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give it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7980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577072" y="2798064"/>
            <a:ext cx="1874520" cy="402336"/>
          </a:xfrm>
          <a:prstGeom prst="roundRect">
            <a:avLst>
              <a:gd name="adj" fmla="val 13636"/>
            </a:avLst>
          </a:prstGeom>
          <a:solidFill>
            <a:srgbClr val="FCE4EA"/>
          </a:solidFill>
          <a:ln/>
        </p:spPr>
      </p:sp>
      <p:sp>
        <p:nvSpPr>
          <p:cNvPr id="33" name="Text 31"/>
          <p:cNvSpPr/>
          <p:nvPr/>
        </p:nvSpPr>
        <p:spPr>
          <a:xfrm>
            <a:off x="8577072" y="279806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writes back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524744" y="27980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0872216" y="2798064"/>
            <a:ext cx="777240" cy="402336"/>
          </a:xfrm>
          <a:prstGeom prst="roundRect">
            <a:avLst>
              <a:gd name="adj" fmla="val 13636"/>
            </a:avLst>
          </a:prstGeom>
          <a:solidFill>
            <a:srgbClr val="FCE4EA"/>
          </a:solidFill>
          <a:ln/>
        </p:spPr>
      </p:sp>
      <p:sp>
        <p:nvSpPr>
          <p:cNvPr id="36" name="Text 34"/>
          <p:cNvSpPr/>
          <p:nvPr/>
        </p:nvSpPr>
        <p:spPr>
          <a:xfrm>
            <a:off x="10872216" y="279806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64808" y="345643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GROW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64808" y="3785616"/>
            <a:ext cx="91440" cy="91440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39" name="Text 37"/>
          <p:cNvSpPr/>
          <p:nvPr/>
        </p:nvSpPr>
        <p:spPr>
          <a:xfrm>
            <a:off x="6693408" y="371246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Pasting whole documents when an excerpt would do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64808" y="4133088"/>
            <a:ext cx="91440" cy="91440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41" name="Text 39"/>
          <p:cNvSpPr/>
          <p:nvPr/>
        </p:nvSpPr>
        <p:spPr>
          <a:xfrm>
            <a:off x="6693408" y="40599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threads that carry the whole history forward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464808" y="4480560"/>
            <a:ext cx="91440" cy="91440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43" name="Text 41"/>
          <p:cNvSpPr/>
          <p:nvPr/>
        </p:nvSpPr>
        <p:spPr>
          <a:xfrm>
            <a:off x="6693408" y="44074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models and deeper thinking on simple tasks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64808" y="4828032"/>
            <a:ext cx="91440" cy="91440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45" name="Text 43"/>
          <p:cNvSpPr/>
          <p:nvPr/>
        </p:nvSpPr>
        <p:spPr>
          <a:xfrm>
            <a:off x="6693408" y="47548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after draft when the second one was fine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D31242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5440680"/>
            <a:ext cx="10725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is tokens in plus tokens out.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 what you paste, and stop when the answer is good.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45720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Illustrative, not an official BJ's publication. Token counts are approximate.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2026-07-22T01:21:49Z</dcterms:created>
  <dcterms:modified xsi:type="dcterms:W3CDTF">2026-07-22T01:21:49Z</dcterms:modified>
</cp:coreProperties>
</file>