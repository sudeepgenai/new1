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use case, filled two ways — mirrors every field of our real form. Left is what we usually get: vague, blanks, nothing reusable. Right is a complete, strong submission. Three things make the difference: specific, honest about inputs (never paste confidential data), reusable by someone who wasn't in the room. Ask: which one could a teammate repeat tomorrow?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1945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312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USE CASE SUBMISSION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use case, filled two 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0" y="1627632"/>
            <a:ext cx="4709160" cy="4206240"/>
          </a:xfrm>
          <a:prstGeom prst="roundRect">
            <a:avLst>
              <a:gd name="adj" fmla="val 1304"/>
            </a:avLst>
          </a:prstGeom>
          <a:solidFill>
            <a:srgbClr val="FDECEC"/>
          </a:solidFill>
          <a:ln w="12700">
            <a:solidFill>
              <a:srgbClr val="F3C9C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86600" y="1627632"/>
            <a:ext cx="4709160" cy="4206240"/>
          </a:xfrm>
          <a:prstGeom prst="roundRect">
            <a:avLst>
              <a:gd name="adj" fmla="val 1304"/>
            </a:avLst>
          </a:prstGeom>
          <a:solidFill>
            <a:srgbClr val="EAF7EF"/>
          </a:solidFill>
          <a:ln w="12700">
            <a:solidFill>
              <a:srgbClr val="CDE9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86000" y="128016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WEAK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086600" y="128016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STRONG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20040" y="1673352"/>
            <a:ext cx="184708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Title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395728" y="1673352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“AI use case”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205472" y="1673352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meeting notes into decisions + action items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1982419"/>
            <a:ext cx="11430000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1991563"/>
            <a:ext cx="184708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Area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395728" y="1991563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(blank)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205472" y="1991563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Operations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2300630"/>
            <a:ext cx="11430000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2309774"/>
            <a:ext cx="184708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Submitted By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395728" y="2309774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(blank)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205472" y="2309774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 Carter, scarter@bjs.com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5760" y="2618842"/>
            <a:ext cx="11430000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2627986"/>
            <a:ext cx="184708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/ Opportunity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395728" y="2627986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“Meetings take too long”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205472" y="2627986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syncs cost ~45 min write-up; items slipped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2937053"/>
            <a:ext cx="11430000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2946197"/>
            <a:ext cx="184708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AI Did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395728" y="2946197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“Summarized stuff”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205472" y="2946197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Summarized transcript → decisions, actions, open Qs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65760" y="3255264"/>
            <a:ext cx="11430000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3264408"/>
            <a:ext cx="184708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Used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95728" y="3264408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“AI”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7205472" y="3264408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3573475"/>
            <a:ext cx="11430000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0040" y="3582619"/>
            <a:ext cx="184708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 Category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95728" y="3582619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(blank)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205472" y="3582619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Summarizing meetings, documents, or research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65760" y="3891686"/>
            <a:ext cx="11430000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0040" y="3900830"/>
            <a:ext cx="184708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Used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395728" y="3900830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“notes”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205472" y="3900830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transcript. No member / confidential data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65760" y="4209898"/>
            <a:ext cx="11430000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4219042"/>
            <a:ext cx="184708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Created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395728" y="4219042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summary”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205472" y="4219042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½-page: 3 decisions, 6 actions w/ owners, 2 open Qs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365760" y="4528109"/>
            <a:ext cx="11430000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0040" y="4537253"/>
            <a:ext cx="184708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Impact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395728" y="4537253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“saved time”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205472" y="4537253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 min saved / meeting; fewer missed follow-ups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" y="4846320"/>
            <a:ext cx="11430000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0040" y="4855464"/>
            <a:ext cx="184708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Frequency of Use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2395728" y="4855464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“sometimes”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205472" y="4855464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(every team sync)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365760" y="5164531"/>
            <a:ext cx="11430000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" y="5173675"/>
            <a:ext cx="184708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Steps / Prompt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2395728" y="5173675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(blank)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7205472" y="5173675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“Summarize into decisions, actions + owners, open Qs”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365760" y="5482742"/>
            <a:ext cx="11430000" cy="0"/>
          </a:xfrm>
          <a:prstGeom prst="line">
            <a:avLst/>
          </a:prstGeom>
          <a:noFill/>
          <a:ln w="9525">
            <a:solidFill>
              <a:srgbClr val="EEF0F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20040" y="5491886"/>
            <a:ext cx="1847088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Attachments</a:t>
            </a:r>
            <a:endParaRPr lang="en-US" sz="1050" dirty="0"/>
          </a:p>
        </p:txBody>
      </p:sp>
      <p:sp>
        <p:nvSpPr>
          <p:cNvPr id="57" name="Text 55"/>
          <p:cNvSpPr/>
          <p:nvPr/>
        </p:nvSpPr>
        <p:spPr>
          <a:xfrm>
            <a:off x="2395728" y="5491886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A5B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7205472" y="5491886"/>
            <a:ext cx="4480560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notes + output example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365760" y="5998464"/>
            <a:ext cx="11457432" cy="457200"/>
          </a:xfrm>
          <a:prstGeom prst="roundRect">
            <a:avLst>
              <a:gd name="adj" fmla="val 12000"/>
            </a:avLst>
          </a:prstGeom>
          <a:solidFill>
            <a:srgbClr val="D3124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submission is </a:t>
            </a:r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</a:t>
            </a:r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ABOUT INPUTS</a:t>
            </a:r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(no confidential data), and </a:t>
            </a:r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</a:t>
            </a:r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by someone who wasn't in the room.</a:t>
            </a:r>
            <a:endParaRPr lang="en-US" sz="1250" dirty="0"/>
          </a:p>
        </p:txBody>
      </p:sp>
      <p:sp>
        <p:nvSpPr>
          <p:cNvPr id="60" name="Text 58"/>
          <p:cNvSpPr/>
          <p:nvPr/>
        </p:nvSpPr>
        <p:spPr>
          <a:xfrm>
            <a:off x="365760" y="6547104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93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example — not an official BJ's publication.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2026-07-20T18:26:05Z</dcterms:created>
  <dcterms:modified xsi:type="dcterms:W3CDTF">2026-07-20T18:26:05Z</dcterms:modified>
</cp:coreProperties>
</file>