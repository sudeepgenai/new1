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point: same use case, two submissions. Left is what we often get — vague, one-word, nothing anyone can reuse. Right is what makes a submission valuable: specific problem, clear description of what AI did, a real (lightweight) impact number, and the actual reusable prompt so a teammate can copy it. Three things to remember: specific, honest about inputs (never paste confidential data), and reusable by someone who wasn't in the room. Ask the room: which one could you hand to a colleague and have them repeat it tomorrow?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SUBMISSIONS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use case. Two very different submissions.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15214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turns a submission into something a teammate can actually reuse.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2084832"/>
            <a:ext cx="4343400" cy="3675888"/>
          </a:xfrm>
          <a:prstGeom prst="roundRect">
            <a:avLst>
              <a:gd name="adj" fmla="val 1990"/>
            </a:avLst>
          </a:prstGeom>
          <a:solidFill>
            <a:srgbClr val="FDECEC"/>
          </a:solidFill>
          <a:ln w="12700">
            <a:solidFill>
              <a:srgbClr val="F3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084832"/>
            <a:ext cx="4343400" cy="3675888"/>
          </a:xfrm>
          <a:prstGeom prst="roundRect">
            <a:avLst>
              <a:gd name="adj" fmla="val 1990"/>
            </a:avLst>
          </a:prstGeom>
          <a:solidFill>
            <a:srgbClr val="EAF7EF"/>
          </a:solidFill>
          <a:ln w="12700">
            <a:solidFill>
              <a:srgbClr val="CDE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5727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69480" y="15727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SUBMISSION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Title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0360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 use case”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meeting notes into decisions + action items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6148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/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2761488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“Meetings take too long.”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06640" y="2761488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syncs cost me ~45 min of write-up, and action items slipped.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Did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0360" y="35204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“Summarized stuff.”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35204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Summarized the transcript into decisions, action items with owners, and open questions.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Impact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80360" y="4297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“Saved time.”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4297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min saved per meeting; fewer missed follow-ups.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Steps /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880360" y="4846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(left blank)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4846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“Summarize these notes into: (1) decisions, (2) action items with owners, (3) open questions. Under half a page.”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D312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submission is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INPUTS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 confidential data), and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someone who wasn't in the room.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620256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 —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2026-07-20T18:23:25Z</dcterms:created>
  <dcterms:modified xsi:type="dcterms:W3CDTF">2026-07-20T18:23:25Z</dcterms:modified>
</cp:coreProperties>
</file>