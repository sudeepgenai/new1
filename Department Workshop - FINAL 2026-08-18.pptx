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[Department] and [Date]. Everything marked in [brackets] in this deck is yours to fill; every other slide is ready to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Present as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this slide for each use case you present (aim for 4 to 6 across your Champions). Fill each section from your submitted use case. 6 to 8 minutes per case. A live demo or material of your own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page, for reference only: shows what a completed use case slide looks like. Delete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minutes. Walk the form top to bottom; show it live if the room and time allow.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your department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377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02736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50800" dist="12700" dir="5400000">
              <a:srgbClr val="DDDDD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1133856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202436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purpose?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" y="1874520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 from our department: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AI has made faster, easier or better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those examples taught us: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helped and where it fell short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1005840"/>
            <a:ext cx="3602736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50800" dist="12700" dir="5400000">
              <a:srgbClr val="DDDDDD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34456" y="1133856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36" y="1202436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9976" y="14813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workshop agenda be?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53128" y="1874520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 min</a:t>
            </a:r>
            <a:endParaRPr lang="en-US" sz="105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use cases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35 min</a:t>
            </a:r>
            <a:endParaRPr lang="en-US" sz="105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submit use cases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 min</a:t>
            </a:r>
            <a:endParaRPr lang="en-US" sz="105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 min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9872" y="1005840"/>
            <a:ext cx="3602736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50800" dist="12700" dir="5400000">
              <a:srgbClr val="DDDDDD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65792" y="1133856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2" y="1202436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14813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use cases?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284464" y="1874520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4 to 6 in 35 minutes: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 to 8 minutes each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the use cases you and your co-Champions have submitted: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different types of work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377440" y="3803904"/>
            <a:ext cx="3602736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50800" dist="12700" dir="5400000">
              <a:srgbClr val="DDDDDD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023360" y="3931920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4000500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68880" y="427939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provided?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2542032" y="4672584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template deck for the hour: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Strategy; the meeting goals and submission walkthrough slides come ready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pages to fill in: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use case, from what you have already submitted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08776" y="3803904"/>
            <a:ext cx="3602736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50800" dist="12700" dir="5400000">
              <a:srgbClr val="DDDDDD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54696" y="3931920"/>
            <a:ext cx="310896" cy="310896"/>
          </a:xfrm>
          <a:prstGeom prst="ellipse">
            <a:avLst/>
          </a:prstGeom>
          <a:solidFill>
            <a:srgbClr val="FCE4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276" y="4000500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0216" y="427939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present my use case?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373368" y="4672584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use case: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in from your submission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sections: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what the AI did, the output, the impact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demo or material of your own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[Department] Department Workshop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 ·  [Date]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real examples from our own department: </a:t>
            </a:r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AI has made faster, easier or better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what those examples taught us: </a:t>
            </a:r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helped and where it fell short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identify and submit a use case of your own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use cases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submit use cases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[Use case title]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[Champion name]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task, and the pain point that made it worth handing to AI]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did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9944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asked for and how it worked, in plain terms]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or excerpt of what it produced]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saved, quality gained, or what it made possible]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" y="3108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CE4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45920" y="2377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member feedback themes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64208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for reference; delete this page before presenting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month, about 400 free-text member survey comments were read and grouped by hand. It took most of a day, and the themes shifted depending on who did the reading.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9944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 the comment export along with our seven standing categories, and asked it to tag every comment, count each theme, and pull three representative quotes per theme.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six hours of reading down to 45 minutes each month. The tagged table is now reused by two other teams for their own reports.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45262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themes: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 32% · fuel savings 24% · coupon clarity 18%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new coupon flow finally makes sense to me..."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"Waited 20 minutes at checkout on Saturday."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016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Excerpt of the tagged table; a screenshot works just as well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submit your use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use case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task from your own 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made it faster, easier or better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someone else could reuse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submission 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and business area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350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opportunity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2825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did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33009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used and output created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3776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impact and frequency of use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4251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steps and prompts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49560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Submission Link</a:t>
            </a:r>
            <a:pPr indent="0" marL="0">
              <a:buNone/>
            </a:pPr>
            <a:r>
              <a:rPr lang="en-US" sz="13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[insert link]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2026-08-19T02:40:00Z</dcterms:created>
  <dcterms:modified xsi:type="dcterms:W3CDTF">2026-08-19T02:40:00Z</dcterms:modified>
</cp:coreProperties>
</file>