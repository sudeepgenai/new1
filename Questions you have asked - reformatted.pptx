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answers as originally drafted:
Q1: Bring three things: your progress, your feedback, and your top two AI opportunities. A one-page template is in the appendix, and we'll send it out with today's materials.
Q2: Set a standing touchpoint: biweekly for 45 to 60 minutes, or a 15-minute AI segment in a meeting you already run. Then route what you hear: use-case ideas to the Hub form, blockers and questions to the Teams channel or office hours, themes to this sync and your EVP check-in.
Q3: Pick use cases from work already on your plate, so the time AI saves funds the time the role takes. Agree a small weekly budget with your manager; the monthly EVP check-in is what makes those hours visible and defensible. And first point of contact means routing, not solving everything yourself: that's what office hours, the Teams channel, and the Hub are for.
Q4: EXPERIMENT &amp; LEARN IN AUGUST followed by decision on rollout in September. Not in Phase 1, for two real reasons. Cost: Cowork usage is metered like all Claude usage, and agentic tasks consume several times what a chat session does, so broad access would raise spend meaningfully. Privacy: Cowork works directly with files and connected systems, so it needs a data-governance review first. Both land with the late-September roll-out and tool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and Q6 as originally drafted. Q7 and Q8 answers are NEW DRAFTS by Claude, verify before presenting:
Q7 draft: the five connectors from the approved list (Microsoft 365, Figma, monday.com, Atlassian, Claude in Chrome) plus the IT-request line. Confirm the request process wording with IT.
Q8 draft: invented a plausible process (email ai@bjs.com, reviewed against usage, limits finalized with September decision). Replace with the real process if one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SYNC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 have asked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53312" y="2011680"/>
            <a:ext cx="822960" cy="82296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7" name="Image 0" descr="fq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2311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318211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for the EVP check-in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384048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three things: your progress, your feedback, and your top two AI opportunities. A one-page template is in the appendix and comes with today’s materials.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39798" y="2011680"/>
            <a:ext cx="822960" cy="82296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1" descr="fq_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254" y="22311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3686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343686" y="318211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 feedback from your AI Connect users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389406" y="384048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standing touchpoint: biweekly, or a 15-minute AI segment in a meeting you already run. Use case ideas go to the Hub form, blockers to the Teams channel or office hours, themes to this sync and your EVP check-in.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126285" y="2011680"/>
            <a:ext cx="822960" cy="82296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7" name="Image 2" descr="fq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741" y="223113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0173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230173" y="318211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the time commitment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275893" y="384048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use cases from work already on your plate, so the time AI saves funds the time the role takes. Agree a small weekly budget with your manager. Being first point of contact means routing questions, not solving everything yourself.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10012771" y="2011680"/>
            <a:ext cx="822960" cy="82296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2" name="Image 3" descr="fq_lap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227" y="223113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6659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9116659" y="318211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we get access to Cowork?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162379" y="384048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Phase 1, for two real reasons. Cost: Cowork is metered, and agentic tasks use several times what a chat session does. Privacy: it works directly with files and connected systems, so it needs a data-governance review first.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116659" y="589788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and learn in August.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i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decision in September.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SYNC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 have asked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53312" y="2011680"/>
            <a:ext cx="822960" cy="82296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7" name="Image 0" descr="fq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2311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318211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can I enter into AI?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384048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 are being finalized with the data privacy team now and will be published soon. Until then: when in doubt, leave it out, or ask ai@bjs.com.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39798" y="2011680"/>
            <a:ext cx="822960" cy="82296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1" descr="fq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254" y="22311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3686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343686" y="318211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on the tool comparison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389406" y="384048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detail comes at the next sync on August 19. The challenge runs 4 to 5 identical tasks in both tools by Day 60, August 31, with the debrief that week and your tracker due September 21.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126285" y="2011680"/>
            <a:ext cx="822960" cy="82296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7" name="Image 2" descr="fq_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741" y="223113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0173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230173" y="318211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approved connectors?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275893" y="384048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today: Microsoft 365, Figma, monday.com, Atlassian, and Claude in Chrome. Anything beyond these starts with an IT request. Treat granting a connector as a data decision, not a convenience.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10012771" y="2011680"/>
            <a:ext cx="822960" cy="82296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2" name="Image 3" descr="fq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227" y="223113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6659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9116659" y="318211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Requesting a usage increase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162379" y="384048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ai@bjs.com with the use case and how often it runs. Requests are reviewed against actual usage, and limits are being finalized alongside the September tool decision.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question that isn’t here? Post it in the CD_AI Champions channel and it joins the FAQ.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2026-07-21T23:07:41Z</dcterms:created>
  <dcterms:modified xsi:type="dcterms:W3CDTF">2026-07-21T23:07:41Z</dcterms:modified>
</cp:coreProperties>
</file>