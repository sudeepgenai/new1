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063302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[Department] and [Date]. Everything marked in [brackets] in this deck is yours to fill; every other slide is ready to present.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minutes. Present as 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 as 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Duplicate this slide for each use case you present (aim for 4 to 6 across your Champions). Fill each section from your submitted use case. 6 to 8 minutes per case. A live demo or material of your own is optional.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 page, for reference only: shows what a completed use case slide looks like. Delete before presenting.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minutes. Walk the form top to bottom; show it live if the room and time allow.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D312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BJ's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02920" y="2651760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[Department] Department Workshop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02920" y="352044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Connect  ·  [Date]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Meeting goals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1247120" y="27432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BJ's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r>
              <a:rPr lang="en-US" sz="17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real examples from our own department: </a:t>
            </a:r>
            <a:r>
              <a:rPr lang="en-US" sz="170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AI has made faster, easier or better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31520" y="22402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r>
              <a:rPr lang="en-US" sz="17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Hear what those examples taught us: </a:t>
            </a:r>
            <a:r>
              <a:rPr lang="en-US" sz="170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AI helped and where it fell short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31520" y="30175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r>
              <a:rPr lang="en-US" sz="17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how to identify and submit a use case of your own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1247120" y="27432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BJ's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r>
              <a:rPr lang="en-US" sz="17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Meeting goals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229600" y="14630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min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31520" y="1965960"/>
            <a:ext cx="8961120" cy="0"/>
          </a:xfrm>
          <a:prstGeom prst="line">
            <a:avLst/>
          </a:prstGeom>
          <a:noFill/>
          <a:ln w="12700">
            <a:solidFill>
              <a:srgbClr val="E7E9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22402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r>
              <a:rPr lang="en-US" sz="17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Champion use cases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0" y="22402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 min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2743200"/>
            <a:ext cx="8961120" cy="0"/>
          </a:xfrm>
          <a:prstGeom prst="line">
            <a:avLst/>
          </a:prstGeom>
          <a:noFill/>
          <a:ln w="12700">
            <a:solidFill>
              <a:srgbClr val="E7E9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31520" y="3017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r>
              <a:rPr lang="en-US" sz="17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&amp; submit use cases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229600" y="30175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min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3520440"/>
            <a:ext cx="8961120" cy="0"/>
          </a:xfrm>
          <a:prstGeom prst="line">
            <a:avLst/>
          </a:prstGeom>
          <a:noFill/>
          <a:ln w="12700">
            <a:solidFill>
              <a:srgbClr val="E7E9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31520" y="37947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r>
              <a:rPr lang="en-US" sz="17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Q&amp;A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229600" y="37947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min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4297680"/>
            <a:ext cx="8961120" cy="0"/>
          </a:xfrm>
          <a:prstGeom prst="line">
            <a:avLst/>
          </a:prstGeom>
          <a:noFill/>
          <a:ln w="12700">
            <a:solidFill>
              <a:srgbClr val="E7E9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47120" y="27432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BJ's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[Use case title]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[Champion name]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5522976" cy="2487168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58368" y="1472184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58368" y="1874520"/>
            <a:ext cx="51206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[The task, and the pain point that made it worth handing to AI]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08776" y="1325880"/>
            <a:ext cx="5522976" cy="2487168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9944" y="1472184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AI did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409944" y="1874520"/>
            <a:ext cx="51206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[What you asked for and how it worked, in plain terms]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977640"/>
            <a:ext cx="5522976" cy="2487168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58368" y="4123944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output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58368" y="4526280"/>
            <a:ext cx="51206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[Screenshot or excerpt of what it produced]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08776" y="3977640"/>
            <a:ext cx="5522976" cy="2487168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09944" y="4123944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impact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409944" y="4526280"/>
            <a:ext cx="51206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[Time saved, quality gained, or what it made possible]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47120" y="27432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BJ's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457200" y="310896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FCE4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310896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645920" y="237744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member feedback themes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664208" y="7772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Shown for reference; delete this page before presenting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5522976" cy="2487168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58368" y="1472184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58368" y="1874520"/>
            <a:ext cx="51206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month, about 400 free-text member survey comments were read and grouped by hand. It took most of a day, and the themes shifted depending on who did the reading.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08776" y="1325880"/>
            <a:ext cx="5522976" cy="2487168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9944" y="1472184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AI did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409944" y="1874520"/>
            <a:ext cx="51206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Pasted the comment export along with our seven standing categories, and asked it to tag every comment, count each theme, and pull three representative quotes per theme.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08776" y="3977640"/>
            <a:ext cx="5522976" cy="2487168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9944" y="4123944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impact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409944" y="4526280"/>
            <a:ext cx="51206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 six hours of reading down to 45 minutes each month. The tagged table is now reused by two other teams for their own reports.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977640"/>
            <a:ext cx="5522976" cy="2487168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58368" y="4123944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output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58368" y="4526280"/>
            <a:ext cx="5120640" cy="1417320"/>
          </a:xfrm>
          <a:prstGeom prst="roundRect">
            <a:avLst>
              <a:gd name="adj" fmla="val 3871"/>
            </a:avLst>
          </a:prstGeom>
          <a:solidFill>
            <a:srgbClr val="F5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41248" y="466344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themes: </a:t>
            </a:r>
            <a:r>
              <a:rPr lang="en-US" sz="110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checkout wait 32% · fuel savings 24% · coupon clarity 18%</a:t>
            </a:r>
            <a:endParaRPr lang="en-US" sz="11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100" i="1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"The new coupon flow finally makes sense to me..."</a:t>
            </a:r>
            <a:endParaRPr lang="en-US" sz="11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100" i="1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"Waited 20 minutes at checkout on Saturday."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58368" y="601675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Excerpt of the tagged table; a screenshot works just as well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&amp; submit your use case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1247120" y="27432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BJ's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makes a use case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87452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A real task from your own work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57200" y="242316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AI made it faster, easier or better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57200" y="297180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Steps someone else could reuse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309360" y="13716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submission form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309360" y="187452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Title and business area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309360" y="2350008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Problem / opportunity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309360" y="2825496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What AI did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309360" y="3300984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Input used and output created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309360" y="3776472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Estimated impact and frequency of use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309360" y="425196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Reusable steps and prompts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309360" y="495604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u="sng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Use Case Submission Link</a:t>
            </a:r>
            <a:r>
              <a:rPr lang="en-US" sz="1350" i="1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[insert link]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47120" y="27432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BJ's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0" y="2743200"/>
            <a:ext cx="121889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Q&amp;A</a:t>
            </a:r>
            <a:endParaRPr lang="en-US" sz="5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547</Words>
  <Application>Microsoft Macintosh PowerPoint</Application>
  <PresentationFormat>Widescreen</PresentationFormat>
  <Paragraphs>74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9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Sudeep Kochi</cp:lastModifiedBy>
  <cp:revision>1</cp:revision>
  <dcterms:created xsi:type="dcterms:W3CDTF">2026-08-19T02:39:59Z</dcterms:created>
  <dcterms:modified xsi:type="dcterms:W3CDTF">2026-08-19T10:27:53Z</dcterms:modified>
</cp:coreProperties>
</file>