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BJ's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WHOLESALE CLUB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772400" y="384048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COMES NEXT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Conducting department workshops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your department's AI Connect users, EVP optional. 30 to 60 minutes, starting the week of August 24.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212848"/>
            <a:ext cx="2615184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377440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WINS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761488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three users show a real use case they ran, on sanitized data.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090672" y="2779776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343686" y="2212848"/>
            <a:ext cx="2615184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6566" y="2377440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BLOCKERS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26566" y="2761488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people got stuck, gave up, or weren’t sure what’s allowed.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77158" y="2779776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30173" y="2212848"/>
            <a:ext cx="2615184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13053" y="2377440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 THEMES AND ASKS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13053" y="2761488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win to copy, one blocker to fix, one thing the program should do next.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863645" y="2779776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116659" y="2212848"/>
            <a:ext cx="2615184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99539" y="2377440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299539" y="2761488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names one task they’ll run before the next session.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39502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SESSION FEEDS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224528"/>
            <a:ext cx="3566160" cy="713232"/>
          </a:xfrm>
          <a:prstGeom prst="roundRect">
            <a:avLst>
              <a:gd name="adj" fmla="val 7692"/>
            </a:avLst>
          </a:prstGeom>
          <a:solidFill>
            <a:srgbClr val="FCE4EA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" y="4224528"/>
            <a:ext cx="32369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60E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send a one-page readout while it’s fresh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023360" y="4407408"/>
            <a:ext cx="283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306824" y="4224528"/>
            <a:ext cx="3566160" cy="713232"/>
          </a:xfrm>
          <a:prstGeom prst="roundRect">
            <a:avLst>
              <a:gd name="adj" fmla="val 7692"/>
            </a:avLst>
          </a:prstGeom>
          <a:solidFill>
            <a:srgbClr val="FCE4EA"/>
          </a:solidFill>
          <a:ln/>
        </p:spPr>
      </p:sp>
      <p:sp>
        <p:nvSpPr>
          <p:cNvPr id="27" name="Text 25"/>
          <p:cNvSpPr/>
          <p:nvPr/>
        </p:nvSpPr>
        <p:spPr>
          <a:xfrm>
            <a:off x="4471416" y="4224528"/>
            <a:ext cx="32369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60E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Themes get pulled across departments at the syncs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872984" y="4407408"/>
            <a:ext cx="283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8156448" y="4224528"/>
            <a:ext cx="3566160" cy="713232"/>
          </a:xfrm>
          <a:prstGeom prst="roundRect">
            <a:avLst>
              <a:gd name="adj" fmla="val 7692"/>
            </a:avLst>
          </a:prstGeom>
          <a:solidFill>
            <a:srgbClr val="FCE4EA"/>
          </a:solidFill>
          <a:ln/>
        </p:spPr>
      </p:sp>
      <p:sp>
        <p:nvSpPr>
          <p:cNvPr id="30" name="Text 28"/>
          <p:cNvSpPr/>
          <p:nvPr/>
        </p:nvSpPr>
        <p:spPr>
          <a:xfrm>
            <a:off x="8321040" y="4224528"/>
            <a:ext cx="32369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60E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program answers with training, templates, and fixes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7200" y="5440680"/>
            <a:ext cx="11274552" cy="749808"/>
          </a:xfrm>
          <a:prstGeom prst="roundRect">
            <a:avLst>
              <a:gd name="adj" fmla="val 8537"/>
            </a:avLst>
          </a:prstGeom>
          <a:solidFill>
            <a:srgbClr val="D31242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5440680"/>
            <a:ext cx="10725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hour matters because of what it feeds. </a:t>
            </a:r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the readout while the room is still fresh.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Illustrative, not an official BJ's publication.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BJ's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WHOLESALE CLUB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772400" y="384048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COMES NEXT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Conducting department workshops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run of show, section by section. Times flex with your slot; the order stays.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212848"/>
            <a:ext cx="11274552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2340864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FCE4EA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234086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A60E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304288" y="228600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the tone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304288" y="2523744"/>
            <a:ext cx="9235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working session to compare notes. Nothing here needs to be polished.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11274552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" y="2962656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FCE4EA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296265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A60E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WINS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304288" y="290779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What’s working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304288" y="3145536"/>
            <a:ext cx="9235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three users demo a real use case, on sanitized data. Give this the most room.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456432"/>
            <a:ext cx="11274552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" y="3584448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FCE4EA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" y="358444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A60E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BLOCKERS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304288" y="352958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What’s not working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304288" y="3767328"/>
            <a:ext cx="9235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Stuck points, dead ends, and what’s-allowed confusion. No fixing yet, just collecting.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4078224"/>
            <a:ext cx="11274552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" y="4206240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FCE4EA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" y="42062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A60E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DECISIONS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304288" y="415137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Themes and asks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2304288" y="4389120"/>
            <a:ext cx="9235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questions: which win should more of us copy, what blocked us, what should the program do next.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4700016"/>
            <a:ext cx="11274552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" y="4828032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FCE4EA"/>
          </a:solidFill>
          <a:ln/>
        </p:spPr>
      </p:sp>
      <p:sp>
        <p:nvSpPr>
          <p:cNvPr id="29" name="Text 27"/>
          <p:cNvSpPr/>
          <p:nvPr/>
        </p:nvSpPr>
        <p:spPr>
          <a:xfrm>
            <a:off x="621792" y="48280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A60E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CLOSE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304288" y="477316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task each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2304288" y="5010912"/>
            <a:ext cx="9235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leaves with one task to run before the next session, and you have your readout.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57200" y="5440680"/>
            <a:ext cx="11274552" cy="749808"/>
          </a:xfrm>
          <a:prstGeom prst="roundRect">
            <a:avLst>
              <a:gd name="adj" fmla="val 8537"/>
            </a:avLst>
          </a:prstGeom>
          <a:solidFill>
            <a:srgbClr val="D31242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5440680"/>
            <a:ext cx="10725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order. </a:t>
            </a:r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Wins open the room up, and the decisions at the end are what goes back to the program.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Illustrative, not an official BJ's publication.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BJ's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WHOLESALE CLUB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772400" y="384048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COMES NEXT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Conducting department workshops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of a good workshop happens before and after the session itself.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3639312" cy="288036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" y="247802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6656" y="2843784"/>
            <a:ext cx="32004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up two or three AI Connect users willing to show their work. Book 30 to 60 minutes, a lunch slot works. Set the date early, and invite your EVP to the wins if it helps.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0" y="347472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274820" y="2240280"/>
            <a:ext cx="3639312" cy="288036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94276" y="247802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94276" y="2843784"/>
            <a:ext cx="32004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Wins first, blockers second, decisions last. The decisions are three picks: one win to copy, one blocker to fix, one ask for the program. Close with one task per person.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932420" y="347472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092440" y="2240280"/>
            <a:ext cx="3639312" cy="288036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11896" y="247802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11896" y="2843784"/>
            <a:ext cx="32004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the one-page readout while it’s fresh. Themes get pulled across departments at the syncs, and the program answers with training, templates, and fixes.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5440680"/>
            <a:ext cx="11274552" cy="749808"/>
          </a:xfrm>
          <a:prstGeom prst="roundRect">
            <a:avLst>
              <a:gd name="adj" fmla="val 8537"/>
            </a:avLst>
          </a:prstGeom>
          <a:solidFill>
            <a:srgbClr val="D31242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5440680"/>
            <a:ext cx="10725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prepare one thing, prepare the demos. </a:t>
            </a:r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rest of the session follows from them.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Illustrative, not an official BJ's publication.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2026-07-21T22:41:44Z</dcterms:created>
  <dcterms:modified xsi:type="dcterms:W3CDTF">2026-07-21T22:41:44Z</dcterms:modified>
</cp:coreProperties>
</file>