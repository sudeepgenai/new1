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good use case submission look like?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ACTUAL FORM, FILLED WELL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75320" y="157276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THE FOUR SIGNALS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7635240" cy="4224528"/>
          </a:xfrm>
          <a:prstGeom prst="roundRect">
            <a:avLst>
              <a:gd name="adj" fmla="val 1299"/>
            </a:avLst>
          </a:prstGeom>
          <a:solidFill>
            <a:srgbClr val="EAF4EC"/>
          </a:solidFill>
          <a:ln w="15875">
            <a:solidFill>
              <a:srgbClr val="9CC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084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Title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0" y="2084832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month of member feedback into themes and actions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33172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Area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3317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0216" y="23317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name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25786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25786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25786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of Use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0216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" y="28254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Category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0320" y="282549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data or identifying trends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" y="30723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/ Opportunity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60320" y="3072384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month brings hundreds of open-ended member comments. Reading them all takes most of a day, so themes surface slowly.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" y="350215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Did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60320" y="350215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the comments into themes, counted each theme, pulled 2 representative quotes per theme, and drafted 3 recommended actions.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" y="393192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Used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60320" y="3931920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month of member comments, exported as text only. No names, member IDs, or account data.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" y="436168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Created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0320" y="4361688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1-page brief: the top 5 themes, each with a comment count and 2 quotes, plus 3 recommended actions.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" y="479145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Impact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60320" y="4791456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 day of reading becomes ~30 minutes of review, so themes reach the team the same week.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" y="522122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Steps / Prompt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60320" y="522122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Export the month’s comments as text; remove names and IDs.  2) “Group these comments into themes; for each give a count and 2 quotes, then suggest 3 actions.”  3) Spot-check the quotes against the source before sharing.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3504" y="581558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560320" y="5815584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input sample and the final brief.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75320" y="1938528"/>
            <a:ext cx="3456432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58200" y="2130552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87968" y="20939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887968" y="24048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Comes back every month.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75320" y="3017520"/>
            <a:ext cx="3456432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58200" y="3209544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sp>
        <p:nvSpPr>
          <p:cNvPr id="41" name="Text 39"/>
          <p:cNvSpPr/>
          <p:nvPr/>
        </p:nvSpPr>
        <p:spPr>
          <a:xfrm>
            <a:off x="845820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887968" y="31729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or data based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887968" y="34838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is written comments.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75320" y="4096512"/>
            <a:ext cx="3456432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8200" y="4288536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sp>
        <p:nvSpPr>
          <p:cNvPr id="46" name="Text 44"/>
          <p:cNvSpPr/>
          <p:nvPr/>
        </p:nvSpPr>
        <p:spPr>
          <a:xfrm>
            <a:off x="845820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87968" y="4251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from a draft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887968" y="45628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AI’s version is a starting point to review.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75320" y="5175504"/>
            <a:ext cx="3456432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58200" y="5367528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887968" y="5330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exceeds judgment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887968" y="56418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most of a day of reading.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6291072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D31242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629107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submission is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self-contained, specific enough for risk review, and complete enough for someone else to build 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2026-07-21T21:57:46Z</dcterms:created>
  <dcterms:modified xsi:type="dcterms:W3CDTF">2026-07-21T21:57:46Z</dcterms:modified>
</cp:coreProperties>
</file>