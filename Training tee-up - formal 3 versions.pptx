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ESSENTIALS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this training and your role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522976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408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Essentials prepares AI Connect users to work with the approved tools effectively and responsibly. It covers the full lifecycle: accessing the approved tools, selecting the problem, guiding the AI, and owning the results.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2103120"/>
            <a:ext cx="5522976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23408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TODAY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64808" y="2697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champions, much of this material will be familiar. The request is to review it through your department’s eyes: note what is unclear, what is missing, and what will not translate to your teams. Feedback is welcome during the walkthrough, and a short survey follows this week.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feedback from this session shapes the version AI Connect users receive.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ESSENTIALS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AI Connect Essentials training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3931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35915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" y="2724912"/>
            <a:ext cx="3163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AI Connect users to work with the approved tools effectively and responsibly, with one consistent standard across departments.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4820" y="2103120"/>
            <a:ext cx="363931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2564" y="235915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12564" y="2724912"/>
            <a:ext cx="3163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lifecycle of an AI task: accessing the approved tools, selecting the problem, guiding the AI, and owning the results.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103120"/>
            <a:ext cx="363931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235915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TODAY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30184" y="2724912"/>
            <a:ext cx="3163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material before it reaches AI Connect users. Note what is unclear, missing, or a poor fit for your department, during the session and in a short survey this week.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material is finalized after champion review,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rolled out to AI Connect users.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ESSENTIALS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4552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395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across departments. Champions are previewing the material today, ahead of the rollout.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05409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lifecycle of an AI task: accessing the approved tools, selecting the problem, guiding the AI, and owning the results.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" y="3712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7124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champion feedback on accuracy, clarity, and fit with each department’s day-to-day work.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43708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during the walkthrough, followed by a short survey this week. Both feed the final version.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is the review step before the training reaches AI Connect users.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2026-07-21T23:50:02Z</dcterms:created>
  <dcterms:modified xsi:type="dcterms:W3CDTF">2026-07-21T23:50:02Z</dcterms:modified>
</cp:coreProperties>
</file>