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Persona setup, one minute. A role, not a named character. The problem is the through-line: information spread across many files, pulled together by hand every week. Every task on the right appears in today's demos. The closing line is the link to the course: AI can do all of this - how well depends on the prompt. Then the next slide shows the three files.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66928"/>
            <a:ext cx="10515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 the Persona: Club Operations Manager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1170432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Scenario: </a:t>
            </a:r>
            <a:pPr indent="0" marL="0">
              <a:buNone/>
            </a:pPr>
            <a:r>
              <a:rPr lang="en-US" sz="160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new club opens in six weeks. This manager must keep the opening on track.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1847088"/>
            <a:ext cx="3931920" cy="4059936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847088"/>
            <a:ext cx="3931920" cy="45720"/>
          </a:xfrm>
          <a:prstGeom prst="rect">
            <a:avLst/>
          </a:prstGeom>
          <a:solidFill>
            <a:srgbClr val="D31242"/>
          </a:solidFill>
          <a:ln/>
        </p:spPr>
      </p:sp>
      <p:sp>
        <p:nvSpPr>
          <p:cNvPr id="6" name="Shape 4"/>
          <p:cNvSpPr/>
          <p:nvPr/>
        </p:nvSpPr>
        <p:spPr>
          <a:xfrm>
            <a:off x="2258568" y="2121408"/>
            <a:ext cx="1060704" cy="1060704"/>
          </a:xfrm>
          <a:prstGeom prst="ellipse">
            <a:avLst/>
          </a:prstGeom>
          <a:solidFill>
            <a:srgbClr val="FCE4EA"/>
          </a:solidFill>
          <a:ln/>
        </p:spPr>
      </p:sp>
      <p:sp>
        <p:nvSpPr>
          <p:cNvPr id="7" name="Shape 5"/>
          <p:cNvSpPr/>
          <p:nvPr/>
        </p:nvSpPr>
        <p:spPr>
          <a:xfrm>
            <a:off x="2606040" y="2304288"/>
            <a:ext cx="365760" cy="365760"/>
          </a:xfrm>
          <a:prstGeom prst="ellipse">
            <a:avLst/>
          </a:prstGeom>
          <a:solidFill>
            <a:srgbClr val="D31242"/>
          </a:solidFill>
          <a:ln/>
        </p:spPr>
      </p:sp>
      <p:sp>
        <p:nvSpPr>
          <p:cNvPr id="8" name="Shape 6"/>
          <p:cNvSpPr/>
          <p:nvPr/>
        </p:nvSpPr>
        <p:spPr>
          <a:xfrm>
            <a:off x="2432304" y="2743200"/>
            <a:ext cx="713232" cy="676656"/>
          </a:xfrm>
          <a:prstGeom prst="chord">
            <a:avLst>
              <a:gd name="adj1" fmla="val 10800000"/>
              <a:gd name="adj2" fmla="val 21600000"/>
            </a:avLst>
          </a:prstGeom>
          <a:solidFill>
            <a:srgbClr val="D31242"/>
          </a:solidFill>
          <a:ln/>
        </p:spPr>
      </p:sp>
      <p:sp>
        <p:nvSpPr>
          <p:cNvPr id="9" name="Text 7"/>
          <p:cNvSpPr/>
          <p:nvPr/>
        </p:nvSpPr>
        <p:spPr>
          <a:xfrm>
            <a:off x="1133856" y="3456432"/>
            <a:ext cx="3310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THEY ARE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33856" y="3712464"/>
            <a:ext cx="33101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Coordinates the cross-functional work required to prepare a new club for opening.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33856" y="4425696"/>
            <a:ext cx="3310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33856" y="4681728"/>
            <a:ext cx="331012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 lives in many places — photos of whiteboards, spreadsheets, decks, documents. Understanding status, risks, and next steps means pulling it together by hand, every week.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94960" y="1901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TYPICAL TASKS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31536" y="2441448"/>
            <a:ext cx="128016" cy="128016"/>
          </a:xfrm>
          <a:prstGeom prst="ellipse">
            <a:avLst/>
          </a:prstGeom>
          <a:solidFill>
            <a:srgbClr val="D31242"/>
          </a:solidFill>
          <a:ln/>
        </p:spPr>
      </p:sp>
      <p:sp>
        <p:nvSpPr>
          <p:cNvPr id="15" name="Text 13"/>
          <p:cNvSpPr/>
          <p:nvPr/>
        </p:nvSpPr>
        <p:spPr>
          <a:xfrm>
            <a:off x="5742432" y="2322576"/>
            <a:ext cx="5623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updates from multiple files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31536" y="3026664"/>
            <a:ext cx="128016" cy="128016"/>
          </a:xfrm>
          <a:prstGeom prst="ellipse">
            <a:avLst/>
          </a:prstGeom>
          <a:solidFill>
            <a:srgbClr val="D31242"/>
          </a:solidFill>
          <a:ln/>
        </p:spPr>
      </p:sp>
      <p:sp>
        <p:nvSpPr>
          <p:cNvPr id="17" name="Text 15"/>
          <p:cNvSpPr/>
          <p:nvPr/>
        </p:nvSpPr>
        <p:spPr>
          <a:xfrm>
            <a:off x="5742432" y="2907792"/>
            <a:ext cx="5623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deadlines, owners, and open issues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31536" y="3611880"/>
            <a:ext cx="128016" cy="128016"/>
          </a:xfrm>
          <a:prstGeom prst="ellipse">
            <a:avLst/>
          </a:prstGeom>
          <a:solidFill>
            <a:srgbClr val="D31242"/>
          </a:solidFill>
          <a:ln/>
        </p:spPr>
      </p:sp>
      <p:sp>
        <p:nvSpPr>
          <p:cNvPr id="19" name="Text 17"/>
          <p:cNvSpPr/>
          <p:nvPr/>
        </p:nvSpPr>
        <p:spPr>
          <a:xfrm>
            <a:off x="5742432" y="3493008"/>
            <a:ext cx="5623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risks or delayed items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31536" y="4197096"/>
            <a:ext cx="128016" cy="128016"/>
          </a:xfrm>
          <a:prstGeom prst="ellipse">
            <a:avLst/>
          </a:prstGeom>
          <a:solidFill>
            <a:srgbClr val="D31242"/>
          </a:solidFill>
          <a:ln/>
        </p:spPr>
      </p:sp>
      <p:sp>
        <p:nvSpPr>
          <p:cNvPr id="21" name="Text 19"/>
          <p:cNvSpPr/>
          <p:nvPr/>
        </p:nvSpPr>
        <p:spPr>
          <a:xfrm>
            <a:off x="5742432" y="4078224"/>
            <a:ext cx="5623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Summarize status for leadership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431536" y="4782312"/>
            <a:ext cx="128016" cy="128016"/>
          </a:xfrm>
          <a:prstGeom prst="ellipse">
            <a:avLst/>
          </a:prstGeom>
          <a:solidFill>
            <a:srgbClr val="D31242"/>
          </a:solidFill>
          <a:ln/>
        </p:spPr>
      </p:sp>
      <p:sp>
        <p:nvSpPr>
          <p:cNvPr id="23" name="Text 21"/>
          <p:cNvSpPr/>
          <p:nvPr/>
        </p:nvSpPr>
        <p:spPr>
          <a:xfrm>
            <a:off x="5742432" y="4663440"/>
            <a:ext cx="5623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 next steps for the team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5431536" y="5367528"/>
            <a:ext cx="128016" cy="128016"/>
          </a:xfrm>
          <a:prstGeom prst="ellipse">
            <a:avLst/>
          </a:prstGeom>
          <a:solidFill>
            <a:srgbClr val="D31242"/>
          </a:solidFill>
          <a:ln/>
        </p:spPr>
      </p:sp>
      <p:sp>
        <p:nvSpPr>
          <p:cNvPr id="25" name="Text 23"/>
          <p:cNvSpPr/>
          <p:nvPr/>
        </p:nvSpPr>
        <p:spPr>
          <a:xfrm>
            <a:off x="5742432" y="5248656"/>
            <a:ext cx="5623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 up on missing information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22960" y="618134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one of these tasks is work AI can help with — how well depends on the prompt. That's what we'll demo.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2026-08-27T00:56:46Z</dcterms:created>
  <dcterms:modified xsi:type="dcterms:W3CDTF">2026-08-27T00:56:46Z</dcterms:modified>
</cp:coreProperties>
</file>