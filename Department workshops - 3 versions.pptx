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Conducting department workshops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session for your department's AI Connect users, starting the week of August 24.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36393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68296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596896"/>
            <a:ext cx="32369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jobs. Spread what’s working between your department’s AI Connect users, and surface what isn’t working so the program can fix the right things.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4820" y="2212848"/>
            <a:ext cx="36393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5988" y="2368296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75988" y="2596896"/>
            <a:ext cx="32369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department’s AI Connect users. Your EVP is optional, and best invited for the wins. The full department comes later, once there are more proven wins.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2212848"/>
            <a:ext cx="36393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2368296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SHAPE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93608" y="2596896"/>
            <a:ext cx="32369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users walk through a real use case they ran. Then what people tried that didn’t land. End with themes, asks, and one thing each person will try.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30752"/>
            <a:ext cx="36393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8620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RUN 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4114800"/>
            <a:ext cx="32369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session, not a performance. Users show their own work, on sanitized data. The honest failures are as useful as the wins.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74820" y="3730752"/>
            <a:ext cx="36393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5988" y="388620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75988" y="4114800"/>
            <a:ext cx="32369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date starting the week of August 24, 30 to 60 minutes, a lunch slot works. This works better as a repeating session than a one-off.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92440" y="3730752"/>
            <a:ext cx="36393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388620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FLOWS BACK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93608" y="4114800"/>
            <a:ext cx="32369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readout after each session: what was shown, three things working, three things not, top asks. Themes get pulled across departments.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5175504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Sharpened since the kickoff deck. We keep defining the details together at the champions syncs.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real stories, wins and failures both.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what moves the program.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Conducting department workshops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is, and a shape that fits in 45 minutes.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500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5694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department’s AI Connect users. EVP optional, best for the wins round.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255264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39242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611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of August 24 onward. 30 to 60 minutes, a lunch slot works.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4348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46542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what’s working, surface what’s not, send the themes back.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2212848"/>
            <a:ext cx="7022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HOUR, ROUGHLY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523744"/>
            <a:ext cx="702259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3752" y="269748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FCE4EA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26974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20 min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99632" y="263347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working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99632" y="287121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users show a real use case they ran, on sanitized data.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3236976"/>
            <a:ext cx="702259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73752" y="3410712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FCE4EA"/>
          </a:solidFill>
          <a:ln/>
        </p:spPr>
      </p:sp>
      <p:sp>
        <p:nvSpPr>
          <p:cNvPr id="24" name="Text 22"/>
          <p:cNvSpPr/>
          <p:nvPr/>
        </p:nvSpPr>
        <p:spPr>
          <a:xfrm>
            <a:off x="4873752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15 min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99632" y="334670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not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99632" y="358444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people got stuck or gave up. No polish needed here.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950208"/>
            <a:ext cx="702259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73752" y="4123944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FCE4EA"/>
          </a:solidFill>
          <a:ln/>
        </p:spPr>
      </p:sp>
      <p:sp>
        <p:nvSpPr>
          <p:cNvPr id="29" name="Text 27"/>
          <p:cNvSpPr/>
          <p:nvPr/>
        </p:nvSpPr>
        <p:spPr>
          <a:xfrm>
            <a:off x="4873752" y="41239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10 min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99632" y="405993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 and asks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199632" y="429768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biggest three of each. These go back to the program.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4663440"/>
            <a:ext cx="702259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73752" y="4837176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FCE4EA"/>
          </a:solidFill>
          <a:ln/>
        </p:spPr>
      </p:sp>
      <p:sp>
        <p:nvSpPr>
          <p:cNvPr id="34" name="Text 32"/>
          <p:cNvSpPr/>
          <p:nvPr/>
        </p:nvSpPr>
        <p:spPr>
          <a:xfrm>
            <a:off x="4873752" y="483717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60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5 min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99632" y="477316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to try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199632" y="501091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names one task they’ll run before the next session.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short readout after every session.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how the themes show up.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0" y="38404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Conducting department workshops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session where your department's AI Connect users compare notes.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12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2212848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22128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EVP optional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221284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2128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to 60 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2212848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22128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 &amp; learn works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2212848"/>
            <a:ext cx="20574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22128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week of Aug 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5522976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035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WHAT’S WORKING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334670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show real use cases from their own work. A colleague’s Tuesday task convinces people faster than any training session.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08776" y="2816352"/>
            <a:ext cx="5522976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3035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WHAT’S NOT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64808" y="334670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Blockers, dead ends, and things that confused people. This is the half the program can’t see without you.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1127455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6542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EACH SESSION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48646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back what was shown, what’s working, what’s not, and your asks. Themes get pulled together across departments at the syncs.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44068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D31242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44068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only works if the failures make it into the room,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keep the session honest, not polished.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an official BJ's publication.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2026-07-21T22:23:50Z</dcterms:created>
  <dcterms:modified xsi:type="dcterms:W3CDTF">2026-07-21T22:23:50Z</dcterms:modified>
</cp:coreProperties>
</file>